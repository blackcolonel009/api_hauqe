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5B044E-D2C7-F3E1-619E-B493B15C9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891A79B-FDBC-7BE5-53ED-FBBDC8162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440E82-5D98-7F3C-EB0C-6A9F3F98A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2F1E2-57A4-4D53-8A11-1E6D581BEB9C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DB91AD-AA23-B776-8DE2-1C213440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1E1EC9-58A4-6CD5-AA8C-164C42072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15116-9482-46D0-A7C0-41EF1E380F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8407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E308A7-DD1E-8C95-AE15-F39577135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63BC83-DCF7-C172-8F65-E58872FF1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9885BC-0076-563F-C4E9-ADBBB7B7E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2F1E2-57A4-4D53-8A11-1E6D581BEB9C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17C69F-1850-5914-FABB-80FBC3F9C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DAB4B0-54C9-C8EB-8CC5-5FAB4128B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15116-9482-46D0-A7C0-41EF1E380F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3517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8C24C8-444F-F61A-75EC-D68C557DD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BEA2CDC-E322-E6E9-2446-F17591DB6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FBB1AF-D65B-76BF-9738-5C08208B7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2F1E2-57A4-4D53-8A11-1E6D581BEB9C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C53D75-4FC7-679A-12F2-9D55833C2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3CA544-AC52-4D2E-A839-EB910BB05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15116-9482-46D0-A7C0-41EF1E380F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1455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F1A16E-1F68-05D8-57AE-62957FBB7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FB1C0C-B98A-FDA1-54E8-9010789320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F666B43-C53B-4E9A-B8B4-9BC1B5ABB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D673752-FAD9-FC74-D03F-2C3734634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2F1E2-57A4-4D53-8A11-1E6D581BEB9C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E510B9-585D-D030-5E80-5177EEA64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E547D52-740C-DE80-AD10-8FC670D50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15116-9482-46D0-A7C0-41EF1E380F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2735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C77348-DAB0-85B7-8629-FD3DFE023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A64ABC-C2CC-BA3D-218E-E6D71ACA9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0B19CEE-02E0-F7B9-E318-EE11892A5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E509ACF-B1BD-908E-6EB9-A665001DF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4C354A9-8B1C-ED4D-5BA5-46B50EE151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DDF4CD7-A5FD-C79B-5DAF-45964C205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2F1E2-57A4-4D53-8A11-1E6D581BEB9C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9188B2-0E18-1D2C-0B0D-6EE8CB58A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AFBD5B5-7C00-08E1-BD98-BB597D696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15116-9482-46D0-A7C0-41EF1E380F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7967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FB8E52-2DBC-327E-055C-61447DAD0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FF6A3CC-6EEA-D4DF-E6BA-C4FDD2411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2F1E2-57A4-4D53-8A11-1E6D581BEB9C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2D4A4B9-17D8-90CB-2585-015DA085E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44610E5-2BF1-2A4F-D3EA-48D992F3A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15116-9482-46D0-A7C0-41EF1E380F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1962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E0DAE5B-F9E0-52F4-552C-B54AFD26A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2F1E2-57A4-4D53-8A11-1E6D581BEB9C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D24ED1B-CD00-4AB7-DF37-5444E7E8B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98600A1-28B3-C183-FF9B-68C913EFC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15116-9482-46D0-A7C0-41EF1E380F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2620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6E936D-12D0-724D-D3D9-1561C90AF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06FFF3-7C14-3B1B-C0F6-4443C0B3E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C81151B-BF83-AEDF-5040-3F759C629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1BF10AB-062C-9EE7-7E47-1214B6A1E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2F1E2-57A4-4D53-8A11-1E6D581BEB9C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65B790-9F2D-33C2-75F9-505AE467F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E42F38-6131-F8AD-D400-23FD0DA9C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15116-9482-46D0-A7C0-41EF1E380F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5882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EF05CE-5218-E3C4-719C-84DE6133A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79D08AA-F31C-C6D4-1459-03F26D73D7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A20B629-D45F-70D5-8689-F57288A22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52914C-E440-8158-5041-ACDFE476C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2F1E2-57A4-4D53-8A11-1E6D581BEB9C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4425508-55AD-5B1C-FAC3-DEE20F908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8825E45-5E36-0563-0C97-7E945DD3D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15116-9482-46D0-A7C0-41EF1E380F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0103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8D2F2B-A0C2-EA86-C5D5-F1AA03ECA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A93D242-A5B8-DCB5-F92C-7D027AE9D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7290B1-E8F5-3CFF-21A3-89647D42D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2F1E2-57A4-4D53-8A11-1E6D581BEB9C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EDAD4E-5460-A2FD-F712-2D13B8A87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B3A32B-863E-0E24-DC64-E4676F1DF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15116-9482-46D0-A7C0-41EF1E380F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5968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894C29E-DFE8-1D46-A3A0-AA6205CC83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BFD43BF-C1A3-6BE0-A5C5-8C6396ACFD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2B3F62-8122-082B-8D56-CC2261999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2F1E2-57A4-4D53-8A11-1E6D581BEB9C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BB5FD4-4EB6-B80D-A2DF-9595894D2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CED9A3-711F-BBA7-32B3-E755EB982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15116-9482-46D0-A7C0-41EF1E380F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0892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D83D235-D47A-CC7B-F12D-02351C5DC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84D79D6-D53F-64F1-A75A-7E6480D52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949AC7-1A4E-8EB7-32EF-B46558CC63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A2F1E2-57A4-4D53-8A11-1E6D581BEB9C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04C07D-151E-511A-E9AC-FC242BCA0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D36FFF-AD86-CB42-70FB-05F91FC38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15116-9482-46D0-A7C0-41EF1E380F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6795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0DBAF60-236D-545F-EFFB-AF127F41D29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826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Logan Wolverine</dc:creator>
  <cp:lastModifiedBy>Logan Wolverine</cp:lastModifiedBy>
  <cp:revision>1</cp:revision>
  <dcterms:created xsi:type="dcterms:W3CDTF">2026-09-23T01:31:46Z</dcterms:created>
  <dcterms:modified xsi:type="dcterms:W3CDTF">2026-09-23T01:31:46Z</dcterms:modified>
</cp:coreProperties>
</file>