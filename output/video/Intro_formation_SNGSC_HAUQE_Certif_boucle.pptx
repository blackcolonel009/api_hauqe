
<file path=[Content_Types].xml><?xml version="1.0" encoding="utf-8"?>
<Types xmlns="http://schemas.openxmlformats.org/package/2006/content-types">
  <Default Extension="gif" ContentType="image/gi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0" d="100"/>
          <a:sy n="120" d="100"/>
        </p:scale>
        <p:origin x="1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ED36106-7781-DFC3-0BAC-5AE3A17801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ED1D622F-2576-A50B-1D31-EFFF93FE0E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C40482D-500A-183F-A5DF-5D72FF5DB0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A15CD-ECCF-462C-8406-AF934A7FC2CE}" type="datetimeFigureOut">
              <a:rPr lang="fr-FR" smtClean="0"/>
              <a:t>23/09/2026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DB12842-2436-EC66-F30E-EF7B61478E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C7EC0EE-F5AE-9375-7E05-8C3652C2D7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E0E60-6CED-47D5-8D59-58FEEDC2574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337613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8902FF0-2BC9-85B9-F37A-7365FF9716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3CDF1E0-2F02-6F15-CD2A-C8CB02DF9E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5234921-B74D-35A7-9BAB-1180356D8B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A15CD-ECCF-462C-8406-AF934A7FC2CE}" type="datetimeFigureOut">
              <a:rPr lang="fr-FR" smtClean="0"/>
              <a:t>23/09/2026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61740E6-FC44-BA5B-8D14-E209427B00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2FD9431-D4C9-9AA5-AAB6-7EEF1C479A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E0E60-6CED-47D5-8D59-58FEEDC2574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094295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F6C4F8D-C413-A978-7C68-0B526E1824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0DA9314-D662-41A4-53EC-C9501F9B1C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ED61E2C-9301-99B6-184F-CBA0B8F0A9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A15CD-ECCF-462C-8406-AF934A7FC2CE}" type="datetimeFigureOut">
              <a:rPr lang="fr-FR" smtClean="0"/>
              <a:t>23/09/2026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4FC0D1E-290F-37EF-00A0-04710AF93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EC08A80-7B95-4DA7-1C40-963065C9A0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E0E60-6CED-47D5-8D59-58FEEDC2574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554302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A907647-7774-9047-1B4B-579D94BC66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1F425DA-F5B1-2884-6CB1-5F4B276B2B8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2EF8C65F-981B-B709-2FDF-CDAE284345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B4A133F-1A84-9242-C27A-BEB3FBC388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A15CD-ECCF-462C-8406-AF934A7FC2CE}" type="datetimeFigureOut">
              <a:rPr lang="fr-FR" smtClean="0"/>
              <a:t>23/09/2026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931BF74-77C3-F251-C4C0-3B8B714C0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98804D0-50DC-56FE-97BD-B856DCFA71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E0E60-6CED-47D5-8D59-58FEEDC2574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149346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B37FA7C-10B6-1C92-05E3-2DDB91E1C8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2E32966-8C6E-60EB-09FA-596B65DC83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8ED6A426-EE52-9507-B1BA-335385869B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75B42D7C-A6B2-5C47-AF29-A851D43FE0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38897D0C-AD47-58B6-895C-AE6FE24C50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94517D54-31FD-CD19-A96C-BED8D3D52E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A15CD-ECCF-462C-8406-AF934A7FC2CE}" type="datetimeFigureOut">
              <a:rPr lang="fr-FR" smtClean="0"/>
              <a:t>23/09/2026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9E4639DE-0A1F-E31F-673F-C362A17FA6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7152C3FD-0FDD-91F8-2275-2E851B774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E0E60-6CED-47D5-8D59-58FEEDC2574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471509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D5711DB-5E2B-304A-0401-6F1C6CCB50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864D4A3D-2F81-0F5A-B1B2-0D2655CB34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A15CD-ECCF-462C-8406-AF934A7FC2CE}" type="datetimeFigureOut">
              <a:rPr lang="fr-FR" smtClean="0"/>
              <a:t>23/09/2026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0633661E-6CFA-AA2A-4982-BB85B1EDB9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7F7811C-97FC-AC13-BD62-4101CE8EB4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E0E60-6CED-47D5-8D59-58FEEDC2574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383644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0644AFDA-F928-9BE9-7BBE-0B4824CBCB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A15CD-ECCF-462C-8406-AF934A7FC2CE}" type="datetimeFigureOut">
              <a:rPr lang="fr-FR" smtClean="0"/>
              <a:t>23/09/2026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5D334C44-E56A-6D48-B14E-EB0A58AE61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6E7E3B2-0476-7348-706E-8FA3F68ED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E0E60-6CED-47D5-8D59-58FEEDC2574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439541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5FBEE0B-CAED-D852-4BCE-046CD1AD42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6FE93A5-0198-5E54-AB0A-89D49FA7B0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50872DAB-1B23-5639-345F-A7E6774311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F3005C1-E6ED-646A-C42B-6688381E4E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A15CD-ECCF-462C-8406-AF934A7FC2CE}" type="datetimeFigureOut">
              <a:rPr lang="fr-FR" smtClean="0"/>
              <a:t>23/09/2026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E77942E-E038-EBAE-CA48-7BC3D2C613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AF29AE7-296A-921D-B369-DABDC2F77E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E0E60-6CED-47D5-8D59-58FEEDC2574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235650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3BD8346-745F-2BCB-C2E1-7106FE6E92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1E2097F7-2CB9-76B8-9C51-A0686E7CED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369BC6FD-5775-390D-29AC-C4A5891161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9429EE8-BEA3-2C94-11C3-CE44E83A23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A15CD-ECCF-462C-8406-AF934A7FC2CE}" type="datetimeFigureOut">
              <a:rPr lang="fr-FR" smtClean="0"/>
              <a:t>23/09/2026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82EEBA0-771E-8214-46D8-196B5DB7E7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7E3C12B-F324-3D4B-74CC-E1BD0C30B4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E0E60-6CED-47D5-8D59-58FEEDC2574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020306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0336E0A-201D-A90F-7F20-8228E811D1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2A431E22-E4C4-D095-39E8-516AB265B3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752AD9D-1AB7-1F88-76FC-26CD155480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A15CD-ECCF-462C-8406-AF934A7FC2CE}" type="datetimeFigureOut">
              <a:rPr lang="fr-FR" smtClean="0"/>
              <a:t>23/09/2026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95C0DE5-B6AF-CEED-57AE-5A13403BF6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E058571-F549-0DE9-1900-2107355862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E0E60-6CED-47D5-8D59-58FEEDC2574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469821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32F2C99E-63F6-466B-4D40-0EF424B4E0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28DB94B1-EA5A-2C5D-5A4C-4FB38ED1D5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768BC26-FA54-EB40-CB55-C1D48DFCA5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A15CD-ECCF-462C-8406-AF934A7FC2CE}" type="datetimeFigureOut">
              <a:rPr lang="fr-FR" smtClean="0"/>
              <a:t>23/09/2026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5A13BD1-8D4A-BBEB-7BB3-8F4FECA53D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02510A7-D272-1429-C59A-E644C7B209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E0E60-6CED-47D5-8D59-58FEEDC2574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251011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1384F7B9-552F-85B6-CFDC-A1FDAFE43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52EE89B-3EEA-727F-7C11-434FDD80AE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E7C9E49-8098-EDF1-D9E0-2E3EE72E9C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0A15CD-ECCF-462C-8406-AF934A7FC2CE}" type="datetimeFigureOut">
              <a:rPr lang="fr-FR" smtClean="0"/>
              <a:t>23/09/2026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8B21F3F-1DD2-CA11-9533-A04DAD128B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DF218AD-E0DF-1C13-E7BB-C30213AB3D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CE0E60-6CED-47D5-8D59-58FEEDC2574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66926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2C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EA0221D5-AAEE-9DC6-B7C6-932AF6E9CD45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9445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5000"/>
    </mc:Choice>
    <mc:Fallback>
      <p:transition spd="slow" advClick="0" advTm="5000"/>
    </mc:Fallback>
  </mc:AlternateContent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Personnalisé</PresentationFormat>
  <Paragraphs>0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Thème Office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Logan Wolverine</dc:creator>
  <cp:lastModifiedBy>Logan Wolverine</cp:lastModifiedBy>
  <cp:revision>1</cp:revision>
  <dcterms:created xsi:type="dcterms:W3CDTF">2026-09-23T01:25:00Z</dcterms:created>
  <dcterms:modified xsi:type="dcterms:W3CDTF">2026-09-23T01:25:00Z</dcterms:modified>
</cp:coreProperties>
</file>